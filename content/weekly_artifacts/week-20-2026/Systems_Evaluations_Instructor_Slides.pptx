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Systems Evaluations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Knowing When Your Agent is Good</a:t>
            </a:r>
          </a:p>
          <a:p/>
          <a:p>
            <a:r>
              <a:t>Agentic AI Course | Week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You've built an agent.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Claude can reason and act.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But: How do you know it's good?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❌ No clear standard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❌ Hard to measure quality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❌ Can't compare agents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❌ No early warning for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Solution: Evaluation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Systematic measurement of agent quality.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Three types: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Metrics (numbers)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Automated checks (pass/fail)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Human evaluation (expert judgment)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Run continuously.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Use results to improve.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is Evaluation?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Quality control for agents.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You ask: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Does it work?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Does it meet standards?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Where does it fail?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How do you improve it?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Evaluation answers these.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Unlike testing: evaluation measures goals achieved, not just code working.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Three Types of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Metrics (quantitative):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Numbers: accuracy, latency, cost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Automated Checks (binary):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Pass/fail: glossary has 5+ terms?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Human Evaluation (qualitative):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Expert judgment: clarity? Rate 1-5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Use all three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MEASURE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M: Measure what matters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E: Explore failures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A: Assess root causes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S: Sum up health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U: Unblock improvements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R: Repeat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This loop never stops.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Continuous evaluation drives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Demo Time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Watch what happens: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I'll show an agent output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Ask: Is this good? How do I know?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Walk through evaluation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4. Show metrics and rubric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5. Make a decision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Don't worry about code yet.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Just watch the 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Example: Pass Rate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Definition: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pass_rate = (tests passed) / (total tests)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Example: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18 tests passed, 2 failed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pass_rate = 18/20 = 90%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Why it matters: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Tracks agent reliability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Watch for regressions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Example: Automated Check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Rule: Glossary must have 5+ terms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Logic: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if len(glossary) &lt; 5: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 fail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else: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 pass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Why it matters: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Gate before publishing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Prevent incomplete content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Example: Human Evaluation Rubric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Dimension: Clarity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poor (1): Hard to understand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fair (2): Understandable, some confusion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good (3): Clear, easy to follow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excellent (4): Very clear, well-structured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Evaluator rates each output.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Average score = quality metric.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Building a Test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Create test cases: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Test 1: Glossary generation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Input: recording transcript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Expected: 5+ terms with definitions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Test 2: Assignment creation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Input: learning outcomes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Expected: rubric with 3+ dimensions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Run all tests, collect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Real-World: Drawing Room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Orchestrator metrics: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% sessions pass QA gate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Avg glossary size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Assignment rubric completeness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Publishing error rate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Checks: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Output files exist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No PII in content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Metadata valid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Human: Review flagged items weekly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Do Metrics Tell You?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Good news: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Metrics dropped -&gt; problem signal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Bad news: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Metrics can mislead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Example: 95% accuracy but users unhappy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Always validate metrics against: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Human judgment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User feedback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Real-world impact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Live Build: Evaluator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Create evaluation class.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Load agent output.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Prepare test data.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We'll build this together.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1: Define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Pick 3 metrics: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pass_rate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avg_response_time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content_completeness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Define calculations for each.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2: Write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Write pass/fail rules: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Output not empty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No forbidden words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Matches expected schema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Each rule = safety check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3: Build Test Suite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Create TestCase objects.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Define inputs + expected outputs.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Run each test.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Collect results.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4: Run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Calculate metrics from results.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Compare against baselines.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Identify failures.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Automated process.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Step 5: Interpret Results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Read metrics.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Compare vs threshold.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Make decision: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Pass? Deploy.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Fail? Investigate.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Your Turn: Design Evaluation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Scenario: Explanation Simplifier Agent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Your job: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Identify 3 metrics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Write 3 automated checks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Design human eval rubric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4. Set acceptance criteria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You have 15 minutes.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Instructor is here to help.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Tips for Design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Start with human judgment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Ask: What does good look like?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Derive metrics from that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What would good outputs share?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Write checks for obvious failures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What must never happen?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4. Set realistic thresholds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 When is 'good enough' good enough?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Improvement Loop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Week 1: Establish baseline metrics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Week 2: Improve prompts -&gt; metrics go up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Week 3: New edge case found -&gt; metrics drop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Week 4: Fix edge case -&gt; metrics recover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This is healthy iteration.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Evaluation drives improvement.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Debrief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Think about: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How would you collect data for your metrics?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What's the hardest thing to measure?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What happens if a metric disagrees with human judgment?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Evaluation Matters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Without evaluation: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Flying blind, shipping broken agents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With evaluation: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Early problem detection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Data-driven improvement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Confidence in quality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Continuous iteration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Evaluation = how you ship good agents.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Drawing Room: Evaluation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1. Orchestrator processes session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2. Evaluation suite runs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3. Metrics calculated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4. Checks verified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5. Human review gate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6. Decision: keep/rebuild/kill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7. Feedback loop improves next cycle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Evaluation measures agent quality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Use metrics + checks + human judgment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Run evaluation continuously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Use results to improve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Evaluation is how you ship good agents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You can evaluate your agents.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You just learned how.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Resources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Read: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Anthropic evaluation guide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Industry best practices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Try: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Build evaluation for your agent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Measure quality metrics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  Act on results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Next: Deploy with confidence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Ask anything: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About evaluation?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About your assignment?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About Drawing Room?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About metrics?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No question is too small.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You Just Learned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You came in asking 'How do I know if my agent is good?'</a:t>
            </a:r>
          </a:p>
          <a:p>
            <a:r>
              <a:t>You're leaving knowing:</a:t>
            </a:r>
          </a:p>
          <a:p>
            <a:r>
              <a:t>✓ How to measure quality</a:t>
            </a:r>
          </a:p>
          <a:p>
            <a:r>
              <a:t>✓ How to design evaluation</a:t>
            </a:r>
          </a:p>
          <a:p>
            <a:r>
              <a:t>✓ How to improve systematically</a:t>
            </a:r>
          </a:p>
          <a:p/>
          <a:p>
            <a:r>
              <a:t>You're ready to ship good agents.</a:t>
            </a:r>
          </a:p>
          <a:p>
            <a:r>
              <a:t>See you next week!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