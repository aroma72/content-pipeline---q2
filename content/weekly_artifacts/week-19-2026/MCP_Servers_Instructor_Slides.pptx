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Model Context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Giving AI Agents Hands</a:t>
            </a:r>
          </a:p>
          <a:p/>
          <a:p>
            <a:r>
              <a:t>Agentic AI Course | Week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Problem: Without MCP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❌ Code duplication across agents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❌ Inconsistent implementations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❌ Updates scattered everywhere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Every agent rewrites the same tools: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read_file()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write_file()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search()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Finding a bug? Fix it in 3 places.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Solution: With MCP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One source of truth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Reusable across agents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Update once, benefit everywhere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Write tools once. Connect any agent.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Agent code never changes when you add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is MCP?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Model Context Protocol: A standard protocol for connecting external tools to Claude.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Key Idea: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Tools live on a separate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Your agent's client connects to it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Claude decides when to use tools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Like USB for AI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MCP Architecture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Three components: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Host (Your Application)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Holds the MCP client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MCP Client (in your agent)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Talks to the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Fetches available tools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MCP Server (separate process)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Defines and executes tools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Returns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Restaurant Analogy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Customer (Claude): Places an order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Waiter (MCP Client): Takes the order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Kitchen (MCP Server): Makes the food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Waiter (MCP Client): Brings it back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Customer (Claude): Enjoys the meal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Key: Customer never goes to the kitchen.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Demo Time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Watch what happens: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I'll run an MCP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Connect Claude via the SDK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Ask Claude a question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4. Claude autonomously uses the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Don't worry about details yet. Just watch.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Just Happened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The autonomous flow: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User asks question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Claude identifies need for tool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Client asks server for tools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4. Server sends tool list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5. Claude chooses appropriate tool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6. Client executes on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7. Server returns result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8. Claude uses result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All autonomous. No manual steps.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Building an MCP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Two essential methods: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list_tools()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→ Tell Claude what tools you have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call_tool(name, arguments)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→ Execute the tool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That's the whole server.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Inside call_tool(): check the name, do the work, return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Connecting Your Agent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Three steps: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Initialize client connection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Fetch tool list from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Pass tools to Claude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Claude sees the tools and uses them autonomously.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Agent code stays simple. Loose coupling.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Agentic Loop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How MCP powers autonomous agents: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Claude thinks: What can I do?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Client fetches tool list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Claude decides: I'll use this tool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4. Client calls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5. Server executes, returns result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6. Claude uses result in reasoning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7. Loop until task complete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Without MCP: Claude can think but can't 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Real-World: Drawing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Orchestrator connects to multiple MCP servers: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📁 FileSystem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read_file()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write_file()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📚 LMS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get_submissions()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post_assignments()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🎬 Video Tools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transcode()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extract_audio()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Each team manages their own server.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Transport: Stdio vs SSE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Two ways to communicate: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📍 Stdio (Local)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Server is a local process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Talk via stdin/stdout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Simple, no network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☁️ SSE (Remote)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Server runs in the cloud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Talk via HTTP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• Good for resource-heavy tools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Today: We use stdio.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Live Build: Let's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We're building a minimal MCP server together.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You'll see: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Tool definition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Tool execution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Connection to Claude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Watch first. You'll build in the assignment.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1: Define the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In list_tools():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name: 'get_today'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description: 'Returns today's date'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inputSchema: {empty}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This tells Claude: I have a tool called get_today.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2: Execute the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In call_tool():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if name == 'get_today':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return today's date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When Claude calls it, this code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3: Start Server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asyncio.run(stdio_server(server))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Server is now running.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Listening for client requests.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Waiting for Claude to connect.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4: Connect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Client connects to server.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Passes tools to Claude.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Asks: 'What's today's date?'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Claude autonomously: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Sees the tool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Decides to use it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Gets the result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5: The Loop in Action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User: 'What's today's date?'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Claude: 'I'll use get_today'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Server: 'Today is [date]'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Claude: 'Today is [date]'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Autonomous. No manual steps.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Your Turn: The Assignment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Add a search_files(keyword) tool: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✓ Accept keyword argument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✓ Search files in workspace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✓ Return matching filenames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✓ Return 'No matches' if none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You have 15 minutes.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Instructor is here to help.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Assignment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Define in list_tools()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name, description, inputSchema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Implement in call_tool()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Add if-branch for search_files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Test it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Run server, ask Claude to search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You've got this. Same pattern as demo.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Stretch Goal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Add summarise_file(filename):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✓ Takes filename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✓ Reads the file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✓ Calls Claude for 1-paragraph summary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✓ Returns summary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Hint: Use anthropic.Anthropic() from within the tool.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Debrief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Think about these: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How much agent code changed when you added the tool?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(Answer: Zero)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What if two agents connected to this server?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(Answer: Both see same tools)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What MCP server would you build for Drawing Room?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(Brainstorm...)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MCP Matters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Without MCP: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❌ Duplication, tight coupling, no sharing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With MCP: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One source of truth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Loose coupling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Independent updates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Team collaboration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MCP is how you build scalable, maintainable agents.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Drawing Room: From Signals to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Orchestrator workflow: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📖 Read signal_backlog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📋 Plan content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📝 Write content map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📚 Generate learner packs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🎬 Video processing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📤 Publish assets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MCP is the glue. It's how the orchestrator touches the real world.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MCP is a protocol for tools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Servers expose, clients connect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Claude decides autonomously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You can build MCP servers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MCP scales across agents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✅ Drawing Room uses MCP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You can build this. You just did.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Resources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📚 Official Docs: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modelcontextprotocol.io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💻 Examples: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github.com/anthropics/mcp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🏗️ Try at Home: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Build your own MCP server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🚀 Next Session: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Deployment, multi-server architectures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Ask anything: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About MCP?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About the assignment?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About Drawing Room?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About agents?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No question is too small.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Let's discuss.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You Just Learned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You came in asking 'What's MCP?'</a:t>
            </a:r>
          </a:p>
          <a:p>
            <a:r>
              <a:t>You're leaving knowing:</a:t>
            </a:r>
          </a:p>
          <a:p>
            <a:r>
              <a:t>✅ What it is • ✅ How it works • ✅ How to build</a:t>
            </a:r>
          </a:p>
          <a:p>
            <a:r>
              <a:t>✅ How to connect • ✅ Why it matters</a:t>
            </a:r>
          </a:p>
          <a:p/>
          <a:p>
            <a:r>
              <a:t>You're ready to build with MCP.</a:t>
            </a:r>
          </a:p>
          <a:p>
            <a:r>
              <a:t>See you next week!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